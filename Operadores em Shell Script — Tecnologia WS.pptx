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Apresente o objetivo: calcular valores e tomar decisões em scripts Bash. Aula de aproximadamente 20 a 25 minutos. Pré-requisito: variáveis.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34" name="Google Shape;3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Mostre o resultado 24. As atribuições não têm espaços ao redor de =. Os exemplos usam valores fixos para concentrar a aula nos operadores.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Explique divisão inteira. O resto identifica números pares: numero % 2 == 0. Números decimais exigem ferramenta como bc ou awk. Não dividir por zero.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Dentro da expressão aritmética, podemos referenciar a e b sem $. As duas camadas de parênteses fazem parte da sintaxe.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Multiplicação tem prioridade sobre adição. Leia com calma a expansão do segundo exemplo: os parênteses internos agrupam 2 + 3.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Distinguir == de =. ((expressão)) é um comando: expressão diferente de zero resulta em status 0, que significa sucesso. Expressão zero resulta em status 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Leia cada linha. if testa o status da condição. then abre o ramo verdadeiro, else o alternativo e fi encerra. Saída: Maior de idade.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88" name="Google Shape;8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Em [ ], preservar espaços e aspas nas variáveis. Comparações com == em [[ ]] comparam texto/padrões, não números. No escopo desta aula, preferir (( )) para números. Bash oferece extensões não garantidas em sh.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97" name="Google Shape;9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&amp;&amp; representa E. Com idade 20 e pontos 75, as duas condições são verdadeiras. Altere pontos para 60 e mostre que o bloco não executa. Há curto-circuito: a segunda expressão só é avaliada quando necessário.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106" name="Google Shape;10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Defina tentativas=2, pontos=60 e idade=16 para demonstrar. OU também é verdadeiro quando ambas as condições são verdadeiras. ! representa negação. Use parênteses para explicitar agrupamento.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115" name="Google Shape;11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Multiplicação calcula 24, &gt; e &lt;= comparam, &amp;&amp; combina as condições. Saída: Compra aprovada: R$ 24. Não é um sistema de pagamento real: é um exemplo com inteiros e valores fixos.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124" name="Google Shape;12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Pause a aula antes de revelar a resposta. 9 é positivo, mas o resto de 9 / 2 é 1. Por isso a condição inteira é falsa.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133" name="Google Shape;13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Peça para trocar numero por 8, 0 e -2 e prever cada saída. Aritméticos calculam, relacionais comparam e lógicos combinam ou negam condições.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142" name="Google Shape;14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Sugestão de tarefa: adaptar o exemplo para preço 5, quantidade 4 e orçamento 15. Primeiro prever, depois executar com bash arquivo.sh. Referências: https://www.gnu.org/software/bash/manual/html_node/Shell-Arithmetic.html e https://www.gnu.org/software/bash/manual/html_node/Bash-Conditional-Expressions.html e https://www.gnu.org/software/bash/manual/html_node/Conditional-Constructs.html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151" name="Google Shape;15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/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3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685800" y="523875"/>
            <a:ext cx="1076325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Operadores 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Shell Script</a:t>
            </a:r>
            <a:endParaRPr/>
          </a:p>
        </p:txBody>
      </p:sp>
      <p:sp>
        <p:nvSpPr>
          <p:cNvPr id="37" name="Google Shape;37;p8"/>
          <p:cNvSpPr/>
          <p:nvPr/>
        </p:nvSpPr>
        <p:spPr>
          <a:xfrm>
            <a:off x="723900" y="2762250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Aritméticos, relacionais e lógicos</a:t>
            </a:r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723900" y="4524375"/>
            <a:ext cx="107632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CBD5E1"/>
                </a:solidFill>
                <a:latin typeface="Verdana"/>
                <a:ea typeface="Verdana"/>
                <a:cs typeface="Verdana"/>
                <a:sym typeface="Verdana"/>
              </a:rPr>
              <a:t>Wanderlei Silva do Carmo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CBD5E1"/>
                </a:solidFill>
                <a:latin typeface="Verdana"/>
                <a:ea typeface="Verdana"/>
                <a:cs typeface="Verdana"/>
                <a:sym typeface="Verdana"/>
              </a:rPr>
              <a:t>Tecnologia WS / EscolaWS</a:t>
            </a:r>
            <a:endParaRPr/>
          </a:p>
        </p:txBody>
      </p:sp>
      <p:sp>
        <p:nvSpPr>
          <p:cNvPr id="39" name="Google Shape;39;p8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Cálculos e decisões</a:t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Uma compra no terminal</a:t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preco=8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quantidade=3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total=$((preco * quantidade))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printf "Total: R$ %d\n" "$total"</a:t>
            </a:r>
            <a:endParaRPr/>
          </a:p>
        </p:txBody>
      </p:sp>
      <p:sp>
        <p:nvSpPr>
          <p:cNvPr id="48" name="Google Shape;48;p9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Operadores aritméticos</a:t>
            </a:r>
            <a:endParaRPr/>
          </a:p>
        </p:txBody>
      </p:sp>
      <p:sp>
        <p:nvSpPr>
          <p:cNvPr id="55" name="Google Shape;55;p10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Bash calcula com números inteiros</a:t>
            </a:r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+  soma           7 + 2 =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-  subtração      7 - 2 =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*  multiplicação  7 * 2 = 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/  divisão        7 / 2 =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%  resto          7 % 2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** potência       2 ** 3 = 8</a:t>
            </a:r>
            <a:endParaRPr/>
          </a:p>
        </p:txBody>
      </p:sp>
      <p:sp>
        <p:nvSpPr>
          <p:cNvPr id="57" name="Google Shape;57;p10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Expansão aritmética</a:t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 $((expressão)) produz um valor</a:t>
            </a:r>
            <a:endParaRPr/>
          </a:p>
        </p:txBody>
      </p:sp>
      <p:sp>
        <p:nvSpPr>
          <p:cNvPr id="65" name="Google Shape;65;p11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a=7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b=2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soma=$((a + b))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printf "%d\n" "$soma"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# Saída: 9</a:t>
            </a: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Precedência e parênteses</a:t>
            </a:r>
            <a:endParaRPr/>
          </a:p>
        </p:txBody>
      </p:sp>
      <p:sp>
        <p:nvSpPr>
          <p:cNvPr id="73" name="Google Shape;73;p12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Os parênteses tornam a intenção clara</a:t>
            </a:r>
            <a:endParaRPr/>
          </a:p>
        </p:txBody>
      </p:sp>
      <p:sp>
        <p:nvSpPr>
          <p:cNvPr id="74" name="Google Shape;74;p12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echo $((2 + 3 * 4))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# 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echo $(((2 + 3) * 4))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# 20</a:t>
            </a:r>
            <a:endParaRPr/>
          </a:p>
        </p:txBody>
      </p:sp>
      <p:sp>
        <p:nvSpPr>
          <p:cNvPr id="75" name="Google Shape;75;p12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Operadores relacionais</a:t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Dentro de (( )), comparamos números</a:t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==  igual          !=  diferente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&lt;   menor          &gt;   maior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&lt;=  menor ou igual  &gt;=  maior ou igual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(( 18 &gt;= 18 ))  # verdadeiro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(( 12 &gt;= 18 ))  # falso</a:t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Uma decisão com if</a:t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A condição escolhe o caminho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idade=18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if (( idade &gt;= 18 )); 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echo "Maior de idade"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echo "Menor de idade"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fi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A sintaxe também muda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Comparações numéricas com [ ]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[ "$idade" -eq 18 ]  # igual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[ "$idade" -ne 18 ]  # diferente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[ "$idade" -lt 18 ]  # menor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[ "$idade" -le 18 ]  # menor ou igual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[ "$idade" -gt 18 ]  # maior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[ "$idade" -ge 18 ]  # maior ou igual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Operadores lógicos</a:t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&amp;&amp; exige as duas condições</a:t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idade=20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pontos=75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if (( idade &gt;= 18 &amp;&amp; pontos &gt;= 70 )); 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echo "Pode participar"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fi</a:t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OU e NÃO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|| aceita uma condição. ! inverte</a:t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(( pontos &gt;= 70 || tentativas &lt; 3 ))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# Basta uma condição verdadeira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(( ! (idade &gt;= 18) 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# Verdadeiro quando idade &lt; 18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As três famílias juntas</a:t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Uma compra com limite de orçamento</a:t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preco=8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quantidade=3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orcamento=30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total=$((preco * quantidade))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if (( quantidade &gt; 0 &amp;&amp; total &lt;= orcamento )); 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echo "Compra aprovada: R$ $total"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fi</a:t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Desafio para os alunos</a:t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Qual mensagem o script exibe?</a:t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numero=9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if (( numero &gt; 0 &amp;&amp; numero % 2 == 0 )); 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echo "Positivo e par"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echo "Não atende à condição"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fi</a:t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Resposta e revisão</a:t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Saída: Não atende à condição</a:t>
            </a:r>
            <a:endParaRPr/>
          </a:p>
        </p:txBody>
      </p:sp>
      <p:sp>
        <p:nvSpPr>
          <p:cNvPr id="146" name="Google Shape;146;p20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9 &gt; 0          verdadeiro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9 % 2 == 0     falso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verdadeiro &amp;&amp; falso = falso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Cálculo: $(( ))     Decisão numérica: (( ))</a:t>
            </a:r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Próxima prática</a:t>
            </a: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Um script que calcula e decide</a:t>
            </a:r>
            <a:endParaRPr/>
          </a:p>
        </p:txBody>
      </p:sp>
      <p:sp>
        <p:nvSpPr>
          <p:cNvPr id="155" name="Google Shape;155;p21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Calcule o total de uma compra.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Compare o total com o orçamento.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Exija uma quantidade maior que zero.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Referência: Manual oficial do GNU Bash</a:t>
            </a:r>
            <a:endParaRPr/>
          </a:p>
        </p:txBody>
      </p:sp>
      <p:sp>
        <p:nvSpPr>
          <p:cNvPr id="156" name="Google Shape;156;p21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